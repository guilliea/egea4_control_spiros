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75"/>
  </p:normalViewPr>
  <p:slideViewPr>
    <p:cSldViewPr snapToGrid="0">
      <p:cViewPr varScale="1">
        <p:scale>
          <a:sx n="119" d="100"/>
          <a:sy n="119" d="100"/>
        </p:scale>
        <p:origin x="5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50E059-16F1-D840-0785-788C6EB537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F5F51B0-0B6D-A05A-56E4-CE4A9C48C5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F5699AD-999E-2CFB-F01D-E91DC0416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6340-F80E-724A-97E3-D0D07B9A4C34}" type="datetimeFigureOut">
              <a:rPr lang="fr-FR" smtClean="0"/>
              <a:t>09/09/2025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DE6D5C4-3DA1-7A57-1672-471109B34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7FB9482-1050-493A-EF62-7BC5016AF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4CBFB-C0A5-6341-99BA-51C627CBBE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559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50C561-327A-FBA7-E64A-3E6375552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9F1C29B-94A3-ED19-60A6-F738597A0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E3BBC62-14A9-FBA3-A251-20E0B9066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6340-F80E-724A-97E3-D0D07B9A4C34}" type="datetimeFigureOut">
              <a:rPr lang="fr-FR" smtClean="0"/>
              <a:t>09/09/2025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6E1401-111F-D63C-905D-FA31C0EB8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6C5BC2-57EF-5469-49EC-E8FB1A4EE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4CBFB-C0A5-6341-99BA-51C627CBBE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646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BA2E6D-0527-720A-7E9D-F290CC645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EACA803-9886-9627-4CA6-C68213D45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AC92673-0EFB-EB3F-28BE-30A140F44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6340-F80E-724A-97E3-D0D07B9A4C34}" type="datetimeFigureOut">
              <a:rPr lang="fr-FR" smtClean="0"/>
              <a:t>09/09/2025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20C7D66-974E-1060-EAED-FABA92457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7E19EE4-DC70-3664-85C7-0B55AC75A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4CBFB-C0A5-6341-99BA-51C627CBBE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7639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FDF211-CE02-F1D2-116D-A2372E2BB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D4C330-2F56-5D8F-C703-C6D4D4309B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5011C0D-ED82-F2D6-A0AE-D4242B48B9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FF76541-8EE7-39F5-1FD3-0178B2FDB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6340-F80E-724A-97E3-D0D07B9A4C34}" type="datetimeFigureOut">
              <a:rPr lang="fr-FR" smtClean="0"/>
              <a:t>09/09/2025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A1F80F6-D5AB-BAB2-06DC-F54DF0287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249048C-EF8D-A960-D747-AEA30BAE4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4CBFB-C0A5-6341-99BA-51C627CBBE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253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B66AED-086A-83C7-59A8-E3E30ADBE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7A56919-8300-94FA-F141-40E3FA2F5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20FA5B7-D58E-B747-1261-1E29AD430F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0B5D78E-D4A0-733D-50F2-83DFB60190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7CFC6E8-66CE-FF15-97CA-BF06079D39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A455F16-5D57-30E6-A001-2C53A7DE7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6340-F80E-724A-97E3-D0D07B9A4C34}" type="datetimeFigureOut">
              <a:rPr lang="fr-FR" smtClean="0"/>
              <a:t>09/09/2025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5155A16-3599-F3E3-466C-FF70A2C92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A36026F-BE7B-F6C2-3D7F-DE82B6A50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4CBFB-C0A5-6341-99BA-51C627CBBE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9984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F0A03E-639F-BD13-5D4A-95B6DBC07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08576EF-06CF-55D1-94E5-00E3FC9B7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6340-F80E-724A-97E3-D0D07B9A4C34}" type="datetimeFigureOut">
              <a:rPr lang="fr-FR" smtClean="0"/>
              <a:t>09/09/2025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375F0B-77DB-1B44-D12B-CB9680ED6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9D63149-31C4-E990-8E9B-9CF8C5417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4CBFB-C0A5-6341-99BA-51C627CBBE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8993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C74B964-3078-6E55-29FC-D955E83D2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6340-F80E-724A-97E3-D0D07B9A4C34}" type="datetimeFigureOut">
              <a:rPr lang="fr-FR" smtClean="0"/>
              <a:t>09/09/2025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CDDD1CC-FF7B-22E2-8C01-990C2BEE9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655811E-6DEB-F7C3-1DB3-5D80D6CDD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4CBFB-C0A5-6341-99BA-51C627CBBE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5613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4A3DE1-42BB-3274-65CB-F9A3A8199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C6E6DD-2906-7ADB-94F0-CC34DCCC7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153B36C-27E3-7E68-7FA1-B62655E8B4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6EA5E78-69FE-BF22-3174-69230D605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6340-F80E-724A-97E3-D0D07B9A4C34}" type="datetimeFigureOut">
              <a:rPr lang="fr-FR" smtClean="0"/>
              <a:t>09/09/2025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3BD5793-D5A5-E500-C196-669FC7C90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4F76503-6018-E66B-7986-C83CC74DD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4CBFB-C0A5-6341-99BA-51C627CBBE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8696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B12BB0-8847-4918-4A07-A304066C6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4FB89EC-6CE6-2745-40FD-BAADABC21B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9AE3F35-C2D2-9074-D4EA-100CE5A8C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42CF522-1084-C3A2-1297-123373F47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6340-F80E-724A-97E3-D0D07B9A4C34}" type="datetimeFigureOut">
              <a:rPr lang="fr-FR" smtClean="0"/>
              <a:t>09/09/2025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C97E413-755D-8AE3-68E7-AD5224C64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728C783-FC81-7805-4531-3D6D7FDD4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4CBFB-C0A5-6341-99BA-51C627CBBE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2564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3F712F-A508-C82E-1450-A22C9A0AF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4F42987-2026-CAD9-FCED-6DA9166E16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076F47-99B6-A8D9-BF61-830737E23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6340-F80E-724A-97E3-D0D07B9A4C34}" type="datetimeFigureOut">
              <a:rPr lang="fr-FR" smtClean="0"/>
              <a:t>09/09/2025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D0AF885-E988-85BE-658E-AB632501F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597B47-A15D-85EB-3B8A-A641C5F42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4CBFB-C0A5-6341-99BA-51C627CBBE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9265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8CA0DA9-D490-207F-8E13-0C939B86E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B7DCF7E-3D2C-1B15-343D-82C6D6ECC2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08DB430-954E-A152-C2C6-C1ED193A3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6340-F80E-724A-97E3-D0D07B9A4C34}" type="datetimeFigureOut">
              <a:rPr lang="fr-FR" smtClean="0"/>
              <a:t>09/09/2025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973531B-FB77-6A3A-7B63-284E0B73F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D1DB0CB-04D2-33D5-C2F2-0A1E58157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4CBFB-C0A5-6341-99BA-51C627CBBE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8398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0760D2A-3864-4752-A027-1CB9AE431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C97678B-BD38-2874-F270-CFD39F2251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419C9F4-F26B-6C52-B7F4-DCBBF6E481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0F6340-F80E-724A-97E3-D0D07B9A4C34}" type="datetimeFigureOut">
              <a:rPr lang="fr-FR" smtClean="0"/>
              <a:t>09/09/2025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499C60C-0696-7FC0-0BA8-B86AA8B10C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AB43165-2390-BDC3-0630-80344BB841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4CBFB-C0A5-6341-99BA-51C627CBBE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963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4">
            <a:extLst>
              <a:ext uri="{FF2B5EF4-FFF2-40B4-BE49-F238E27FC236}">
                <a16:creationId xmlns:a16="http://schemas.microsoft.com/office/drawing/2014/main" id="{52445708-AD93-8F40-4E6E-8F7EFB37EA5F}"/>
              </a:ext>
            </a:extLst>
          </p:cNvPr>
          <p:cNvSpPr txBox="1">
            <a:spLocks/>
          </p:cNvSpPr>
          <p:nvPr/>
        </p:nvSpPr>
        <p:spPr>
          <a:xfrm>
            <a:off x="781396" y="1438102"/>
            <a:ext cx="10489277" cy="34082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latin typeface="+mj-lt"/>
              </a:rPr>
              <a:t>Vérification des EFR en continu (02/09/2025)</a:t>
            </a:r>
          </a:p>
          <a:p>
            <a:endParaRPr lang="fr-FR" dirty="0">
              <a:latin typeface="+mj-lt"/>
            </a:endParaRP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36E3FFCB-221B-EC43-039C-5704EBFC0B5F}"/>
              </a:ext>
            </a:extLst>
          </p:cNvPr>
          <p:cNvSpPr/>
          <p:nvPr/>
        </p:nvSpPr>
        <p:spPr>
          <a:xfrm>
            <a:off x="2895600" y="3571539"/>
            <a:ext cx="3623534" cy="2678654"/>
          </a:xfrm>
          <a:prstGeom prst="ellipse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F1180F6D-ABEA-87F9-C144-E016C523AD43}"/>
              </a:ext>
            </a:extLst>
          </p:cNvPr>
          <p:cNvSpPr/>
          <p:nvPr/>
        </p:nvSpPr>
        <p:spPr>
          <a:xfrm>
            <a:off x="4325921" y="3170817"/>
            <a:ext cx="2838223" cy="2848819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E5639AE-0502-B7CF-2E50-4A337E512B94}"/>
              </a:ext>
            </a:extLst>
          </p:cNvPr>
          <p:cNvSpPr txBox="1"/>
          <p:nvPr/>
        </p:nvSpPr>
        <p:spPr>
          <a:xfrm>
            <a:off x="4675409" y="4208020"/>
            <a:ext cx="12900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341 avec </a:t>
            </a:r>
            <a:r>
              <a:rPr lang="fr-FR" dirty="0" err="1"/>
              <a:t>CRF+quali+spiro</a:t>
            </a:r>
            <a:endParaRPr lang="fr-FR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E70EC535-6BA4-8B41-8888-9C627C259187}"/>
              </a:ext>
            </a:extLst>
          </p:cNvPr>
          <p:cNvSpPr/>
          <p:nvPr/>
        </p:nvSpPr>
        <p:spPr>
          <a:xfrm>
            <a:off x="3781287" y="2687596"/>
            <a:ext cx="3013249" cy="2920984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F9FBE1D-33D0-4AD7-61B7-1D3951F35A73}"/>
              </a:ext>
            </a:extLst>
          </p:cNvPr>
          <p:cNvSpPr txBox="1"/>
          <p:nvPr/>
        </p:nvSpPr>
        <p:spPr>
          <a:xfrm>
            <a:off x="4295186" y="2237863"/>
            <a:ext cx="1800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7030A0"/>
                </a:solidFill>
              </a:rPr>
              <a:t>Valeurs </a:t>
            </a:r>
            <a:r>
              <a:rPr lang="fr-FR" dirty="0" err="1">
                <a:solidFill>
                  <a:srgbClr val="7030A0"/>
                </a:solidFill>
              </a:rPr>
              <a:t>spiros</a:t>
            </a:r>
            <a:r>
              <a:rPr lang="fr-FR" dirty="0">
                <a:solidFill>
                  <a:srgbClr val="7030A0"/>
                </a:solidFill>
              </a:rPr>
              <a:t> OK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573B774-A829-9F70-FF6A-4A62C97DFE3D}"/>
              </a:ext>
            </a:extLst>
          </p:cNvPr>
          <p:cNvSpPr txBox="1"/>
          <p:nvPr/>
        </p:nvSpPr>
        <p:spPr>
          <a:xfrm>
            <a:off x="7167421" y="5577666"/>
            <a:ext cx="1938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accent1">
                    <a:lumMod val="75000"/>
                  </a:schemeClr>
                </a:solidFill>
              </a:rPr>
              <a:t>Analyse qualité OK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F88AC71-E80F-A774-E547-E5D5D2491CBB}"/>
              </a:ext>
            </a:extLst>
          </p:cNvPr>
          <p:cNvSpPr txBox="1"/>
          <p:nvPr/>
        </p:nvSpPr>
        <p:spPr>
          <a:xfrm>
            <a:off x="1909726" y="4173295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CRF OK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5EBF2D0-44AA-A1C2-0A8D-6C56793157B5}"/>
              </a:ext>
            </a:extLst>
          </p:cNvPr>
          <p:cNvSpPr txBox="1"/>
          <p:nvPr/>
        </p:nvSpPr>
        <p:spPr>
          <a:xfrm>
            <a:off x="3566883" y="3774547"/>
            <a:ext cx="1290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0BCE8B5-5716-6616-2CE9-582F0807BA41}"/>
              </a:ext>
            </a:extLst>
          </p:cNvPr>
          <p:cNvSpPr txBox="1"/>
          <p:nvPr/>
        </p:nvSpPr>
        <p:spPr>
          <a:xfrm>
            <a:off x="3326590" y="5360931"/>
            <a:ext cx="1290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27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202A3C0-9C29-05C5-7FF3-E19522C2D6E9}"/>
              </a:ext>
            </a:extLst>
          </p:cNvPr>
          <p:cNvSpPr txBox="1"/>
          <p:nvPr/>
        </p:nvSpPr>
        <p:spPr>
          <a:xfrm>
            <a:off x="5059455" y="5577666"/>
            <a:ext cx="1290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0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1414E3F-D2AF-6A9C-5738-12871361C327}"/>
              </a:ext>
            </a:extLst>
          </p:cNvPr>
          <p:cNvSpPr txBox="1"/>
          <p:nvPr/>
        </p:nvSpPr>
        <p:spPr>
          <a:xfrm>
            <a:off x="6192779" y="4872548"/>
            <a:ext cx="1290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0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FCEA74D-7389-C505-EF73-3B6DEEA9629A}"/>
              </a:ext>
            </a:extLst>
          </p:cNvPr>
          <p:cNvSpPr txBox="1"/>
          <p:nvPr/>
        </p:nvSpPr>
        <p:spPr>
          <a:xfrm>
            <a:off x="5287911" y="3497565"/>
            <a:ext cx="1290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6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A1CABFE-4C24-2A10-AB0B-228F6851DD86}"/>
              </a:ext>
            </a:extLst>
          </p:cNvPr>
          <p:cNvSpPr txBox="1"/>
          <p:nvPr/>
        </p:nvSpPr>
        <p:spPr>
          <a:xfrm>
            <a:off x="4111517" y="3010491"/>
            <a:ext cx="1290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0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A8106CA8-88F4-9F6C-C208-3BD19A41F5E1}"/>
              </a:ext>
            </a:extLst>
          </p:cNvPr>
          <p:cNvSpPr txBox="1"/>
          <p:nvPr/>
        </p:nvSpPr>
        <p:spPr>
          <a:xfrm>
            <a:off x="7681791" y="2329755"/>
            <a:ext cx="43554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6 participants pour qui nous avons les courbes mais aucun CRF saisi</a:t>
            </a:r>
          </a:p>
          <a:p>
            <a:r>
              <a:rPr lang="fr-FR" sz="1200" dirty="0"/>
              <a:t>   - 5 participants à Lyon =&gt; contacter les ARC</a:t>
            </a:r>
          </a:p>
          <a:p>
            <a:r>
              <a:rPr lang="fr-FR" sz="1200" dirty="0"/>
              <a:t>   - 1 participant à Paris =&gt; saisie faite après export Anne donc OK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3A660613-C303-D5AE-9E00-6302DACA1887}"/>
              </a:ext>
            </a:extLst>
          </p:cNvPr>
          <p:cNvCxnSpPr>
            <a:endCxn id="18" idx="1"/>
          </p:cNvCxnSpPr>
          <p:nvPr/>
        </p:nvCxnSpPr>
        <p:spPr>
          <a:xfrm flipV="1">
            <a:off x="6192779" y="2652921"/>
            <a:ext cx="1489012" cy="91861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1180AF47-2B7E-4F7D-E1A0-6E1DF94601A1}"/>
              </a:ext>
            </a:extLst>
          </p:cNvPr>
          <p:cNvSpPr txBox="1"/>
          <p:nvPr/>
        </p:nvSpPr>
        <p:spPr>
          <a:xfrm>
            <a:off x="488523" y="2422371"/>
            <a:ext cx="32273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1 participant de Grenoble pour qui CRF saisi, valeurs </a:t>
            </a:r>
            <a:r>
              <a:rPr lang="fr-FR" sz="1200" dirty="0" err="1"/>
              <a:t>spiros</a:t>
            </a:r>
            <a:r>
              <a:rPr lang="fr-FR" sz="1200" dirty="0"/>
              <a:t> exportées mais analyse qualité impossible car pas présent dans le fichier à ouvrir sur le logiciel de </a:t>
            </a:r>
            <a:r>
              <a:rPr lang="fr-FR" sz="1200" dirty="0" err="1"/>
              <a:t>spiro</a:t>
            </a:r>
            <a:r>
              <a:rPr lang="fr-FR" sz="1200" dirty="0"/>
              <a:t> =&gt; à voir avec Joane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D8544200-F329-41C2-9CD0-BCF05C994B08}"/>
              </a:ext>
            </a:extLst>
          </p:cNvPr>
          <p:cNvCxnSpPr>
            <a:cxnSpLocks/>
          </p:cNvCxnSpPr>
          <p:nvPr/>
        </p:nvCxnSpPr>
        <p:spPr>
          <a:xfrm flipH="1" flipV="1">
            <a:off x="2537116" y="3253368"/>
            <a:ext cx="1470149" cy="6162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3E5073C4-FF1E-BBFF-AFAD-BD22B6329C9F}"/>
              </a:ext>
            </a:extLst>
          </p:cNvPr>
          <p:cNvCxnSpPr>
            <a:cxnSpLocks/>
          </p:cNvCxnSpPr>
          <p:nvPr/>
        </p:nvCxnSpPr>
        <p:spPr>
          <a:xfrm flipH="1">
            <a:off x="2311138" y="5608580"/>
            <a:ext cx="1366322" cy="4573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163290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99</Words>
  <Application>Microsoft Macintosh PowerPoint</Application>
  <PresentationFormat>Grand écran</PresentationFormat>
  <Paragraphs>15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Alicia Guillien</dc:creator>
  <cp:lastModifiedBy>Alicia Guillien</cp:lastModifiedBy>
  <cp:revision>1</cp:revision>
  <dcterms:created xsi:type="dcterms:W3CDTF">2025-09-09T15:38:18Z</dcterms:created>
  <dcterms:modified xsi:type="dcterms:W3CDTF">2025-09-09T15:44:44Z</dcterms:modified>
</cp:coreProperties>
</file>